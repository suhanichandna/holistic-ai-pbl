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65" r:id="rId5"/>
    <p:sldId id="259" r:id="rId6"/>
    <p:sldId id="266" r:id="rId7"/>
    <p:sldId id="260" r:id="rId8"/>
    <p:sldId id="261" r:id="rId9"/>
    <p:sldId id="268" r:id="rId10"/>
    <p:sldId id="269" r:id="rId11"/>
    <p:sldId id="26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071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92654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6713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4195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509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41599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2415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5514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4384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3620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389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4870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97833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242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80275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64707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5626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7FACB4A-C46D-47C8-95BF-463F9F428625}" type="datetimeFigureOut">
              <a:rPr lang="en-IN" smtClean="0"/>
              <a:t>09-10-2025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B2EA575-0560-4EBC-AD65-A546BB5C467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8734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14B-13FD-63D0-B558-FA2B9FA1B8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29000"/>
            <a:ext cx="9144000" cy="978194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  <a:t>Holistic Self-Improvement AI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DAA6DE-3B6C-1A2F-6135-52EEA7D165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394656"/>
            <a:ext cx="3239387" cy="1222744"/>
          </a:xfrm>
        </p:spPr>
        <p:txBody>
          <a:bodyPr>
            <a:noAutofit/>
          </a:bodyPr>
          <a:lstStyle/>
          <a:p>
            <a:r>
              <a:rPr lang="en-IN" sz="1800" b="1" dirty="0"/>
              <a:t>Submitted By:</a:t>
            </a:r>
            <a:br>
              <a:rPr lang="en-IN" sz="1800" dirty="0"/>
            </a:br>
            <a:r>
              <a:rPr lang="en-IN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SUHANI CHANDNA</a:t>
            </a:r>
          </a:p>
          <a:p>
            <a:r>
              <a:rPr lang="en-IN" sz="18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2427030558</a:t>
            </a:r>
            <a:br>
              <a:rPr lang="en-IN" sz="1800" dirty="0"/>
            </a:br>
            <a:endParaRPr lang="en-IN" sz="18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265C3A1-7DE8-FF2B-D7D7-6CB2859C63C2}"/>
              </a:ext>
            </a:extLst>
          </p:cNvPr>
          <p:cNvSpPr txBox="1">
            <a:spLocks/>
          </p:cNvSpPr>
          <p:nvPr/>
        </p:nvSpPr>
        <p:spPr>
          <a:xfrm>
            <a:off x="8446703" y="5516931"/>
            <a:ext cx="3018466" cy="97819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b="1" dirty="0"/>
              <a:t>Supervised By:</a:t>
            </a:r>
          </a:p>
          <a:p>
            <a:br>
              <a:rPr lang="en-IN" dirty="0">
                <a:solidFill>
                  <a:schemeClr val="tx2">
                    <a:lumMod val="75000"/>
                    <a:lumOff val="25000"/>
                  </a:schemeClr>
                </a:solidFill>
              </a:rPr>
            </a:br>
            <a:r>
              <a:rPr lang="en-IN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TRIPTI KULSHRESHTHA</a:t>
            </a:r>
          </a:p>
          <a:p>
            <a:endParaRPr lang="en-IN" dirty="0"/>
          </a:p>
        </p:txBody>
      </p:sp>
      <p:pic>
        <p:nvPicPr>
          <p:cNvPr id="8" name="Picture 7" descr="A black and white text&#10;&#10;AI-generated content may be incorrect.">
            <a:extLst>
              <a:ext uri="{FF2B5EF4-FFF2-40B4-BE49-F238E27FC236}">
                <a16:creationId xmlns:a16="http://schemas.microsoft.com/office/drawing/2014/main" id="{2AD7126F-2B55-B457-37C9-C05FFDD4D2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56" y="36039"/>
            <a:ext cx="4174039" cy="1222745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B8466A34-BD34-5DB1-EC2B-14EE0BD5593C}"/>
              </a:ext>
            </a:extLst>
          </p:cNvPr>
          <p:cNvSpPr txBox="1">
            <a:spLocks/>
          </p:cNvSpPr>
          <p:nvPr/>
        </p:nvSpPr>
        <p:spPr>
          <a:xfrm>
            <a:off x="1439619" y="1518695"/>
            <a:ext cx="9144000" cy="111227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IN" sz="2800" b="1" dirty="0"/>
              <a:t>School of Computer Science and Engineering</a:t>
            </a:r>
          </a:p>
          <a:p>
            <a:pPr>
              <a:lnSpc>
                <a:spcPct val="150000"/>
              </a:lnSpc>
            </a:pPr>
            <a:r>
              <a:rPr lang="en-IN" sz="2800" b="1" dirty="0"/>
              <a:t>Department of Computer Science and Engineering</a:t>
            </a:r>
          </a:p>
        </p:txBody>
      </p:sp>
    </p:spTree>
    <p:extLst>
      <p:ext uri="{BB962C8B-B14F-4D97-AF65-F5344CB8AC3E}">
        <p14:creationId xmlns:p14="http://schemas.microsoft.com/office/powerpoint/2010/main" val="380237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61AEC-0C6A-CF04-A6F2-DE0426255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86A8CF-2937-6FE2-6F8A-377D2DF1D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Introduction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Literature Review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Problem Statement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Proposed Solution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/>
              <a:t>Objectives</a:t>
            </a:r>
          </a:p>
          <a:p>
            <a:pPr>
              <a:buFont typeface="Wingdings" panose="05000000000000000000" pitchFamily="2" charset="2"/>
              <a:buChar char="v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47219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5A96B-B72E-0C72-F61B-C99183D10D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322709"/>
            <a:ext cx="9601196" cy="1303867"/>
          </a:xfrm>
        </p:spPr>
        <p:txBody>
          <a:bodyPr/>
          <a:lstStyle/>
          <a:p>
            <a:r>
              <a:rPr lang="en-IN" dirty="0">
                <a:latin typeface="Baskerville Old Face" panose="02020602080505020303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1CBD1-1236-BD10-F9B4-E2675BA38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8731" y="1764079"/>
            <a:ext cx="4920761" cy="4351338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In today’s fast-paced world, individuals often struggle to maintain balance across multiple dimensions of life, including </a:t>
            </a:r>
            <a:r>
              <a:rPr lang="en-US" sz="2400" b="1" dirty="0"/>
              <a:t>physical health, fitness, mental wellness, academics, work productivity, and personal style</a:t>
            </a:r>
            <a:r>
              <a:rPr lang="en-US" sz="2400" dirty="0"/>
              <a:t>. </a:t>
            </a:r>
          </a:p>
          <a:p>
            <a:r>
              <a:rPr lang="en-US" sz="2400" dirty="0"/>
              <a:t>Existing self-improvement apps generally focus on one area and provide </a:t>
            </a:r>
            <a:r>
              <a:rPr lang="en-US" sz="2400" b="1" dirty="0"/>
              <a:t>generic recommendations</a:t>
            </a:r>
            <a:r>
              <a:rPr lang="en-US" sz="2400" dirty="0"/>
              <a:t>, which fail to address individual needs.</a:t>
            </a:r>
          </a:p>
          <a:p>
            <a:pPr marL="0" indent="0">
              <a:buNone/>
            </a:pP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E6160-2C4A-D577-18B9-8F0FDF02DF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481" y="1565884"/>
            <a:ext cx="4290647" cy="429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AD3D74-6E2E-F8F6-115A-076CE4BFBCE4}"/>
              </a:ext>
            </a:extLst>
          </p:cNvPr>
          <p:cNvSpPr txBox="1"/>
          <p:nvPr/>
        </p:nvSpPr>
        <p:spPr>
          <a:xfrm>
            <a:off x="1389185" y="817685"/>
            <a:ext cx="96187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This project proposes a </a:t>
            </a:r>
            <a:r>
              <a:rPr lang="en-US" sz="2400" b="1" dirty="0"/>
              <a:t>Holistic Self-Improvement AI Platform</a:t>
            </a:r>
            <a:r>
              <a:rPr lang="en-US" sz="2400" dirty="0"/>
              <a:t> that combines </a:t>
            </a:r>
            <a:r>
              <a:rPr lang="en-US" sz="2400" b="1" dirty="0"/>
              <a:t>facial recognition, lifestyle questionnaires, and pattern analysis</a:t>
            </a:r>
            <a:r>
              <a:rPr lang="en-US" sz="2400" dirty="0"/>
              <a:t> to deliver personalized recommendations. The platform also includes a </a:t>
            </a:r>
            <a:r>
              <a:rPr lang="en-US" sz="2400" b="1" dirty="0"/>
              <a:t>progress tracker</a:t>
            </a:r>
            <a:r>
              <a:rPr lang="en-US" sz="2400" dirty="0"/>
              <a:t> and a basic </a:t>
            </a:r>
            <a:r>
              <a:rPr lang="en-US" sz="2400" b="1" dirty="0"/>
              <a:t>community feature</a:t>
            </a:r>
            <a:r>
              <a:rPr lang="en-US" sz="2400" dirty="0"/>
              <a:t> for peer engagement, promoting a more interactive and adaptive approach to personal growth</a:t>
            </a:r>
            <a:endParaRPr lang="en-IN" sz="24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96C0A7D-0EC4-2187-42C9-535079EA10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8789" y="3216035"/>
            <a:ext cx="2619576" cy="26195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BDE9BE-BD2B-84C9-8EC4-E760ABF4160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3239" y="3126009"/>
            <a:ext cx="2619576" cy="26195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88CE860-A430-2804-C9C1-7F850C707BD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9185" y="3216035"/>
            <a:ext cx="2688609" cy="2650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954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5647D-9B85-4135-FDC8-4412998CA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Literature Review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15A8605-0B8B-E400-10EA-8A175DD9E8F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96219" y="2610683"/>
            <a:ext cx="7497152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000" b="1" dirty="0"/>
              <a:t>Physical Health &amp; Fitness Apps:</a:t>
            </a:r>
            <a:endParaRPr lang="en-US" sz="2000" dirty="0"/>
          </a:p>
          <a:p>
            <a:r>
              <a:rPr lang="en-US" sz="2000" dirty="0"/>
              <a:t>Many apps provide workout routines and diet plans but lack </a:t>
            </a:r>
            <a:r>
              <a:rPr lang="en-US" sz="2000" b="1" dirty="0"/>
              <a:t>personalization based on body type, health history, and medical conditions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2. Academic &amp; Work Improvement Platforms:</a:t>
            </a:r>
            <a:endParaRPr lang="en-US" sz="2000" dirty="0"/>
          </a:p>
          <a:p>
            <a:r>
              <a:rPr lang="en-US" sz="2000" dirty="0"/>
              <a:t>Tools such as productivity trackers or e-learning platforms assist with planning, yet they often </a:t>
            </a:r>
            <a:r>
              <a:rPr lang="en-US" sz="2000" b="1" dirty="0"/>
              <a:t>ignore individual learning styles and stress factors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Graphic 6" descr="Run">
            <a:extLst>
              <a:ext uri="{FF2B5EF4-FFF2-40B4-BE49-F238E27FC236}">
                <a16:creationId xmlns:a16="http://schemas.microsoft.com/office/drawing/2014/main" id="{8D063B7E-8B58-46BE-0AAA-B241D0FB07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61230" y="2760783"/>
            <a:ext cx="1175239" cy="1175239"/>
          </a:xfrm>
          <a:prstGeom prst="rect">
            <a:avLst/>
          </a:prstGeom>
        </p:spPr>
      </p:pic>
      <p:pic>
        <p:nvPicPr>
          <p:cNvPr id="9" name="Graphic 8" descr="Open book">
            <a:extLst>
              <a:ext uri="{FF2B5EF4-FFF2-40B4-BE49-F238E27FC236}">
                <a16:creationId xmlns:a16="http://schemas.microsoft.com/office/drawing/2014/main" id="{E4196AA9-F5B2-36BE-1CBC-C3E956AB0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2069" y="488852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08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CD8F81-F080-6049-9F5B-5CFD35B220FE}"/>
              </a:ext>
            </a:extLst>
          </p:cNvPr>
          <p:cNvSpPr txBox="1"/>
          <p:nvPr/>
        </p:nvSpPr>
        <p:spPr>
          <a:xfrm>
            <a:off x="984739" y="1213338"/>
            <a:ext cx="7614138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3.  Mental Health &amp; Wellness Solutions:</a:t>
            </a:r>
            <a:endParaRPr lang="en-US" sz="2000" dirty="0"/>
          </a:p>
          <a:p>
            <a:pPr lvl="1"/>
            <a:r>
              <a:rPr lang="en-US" sz="2000" dirty="0"/>
              <a:t>Sentiment analysis and mood detection have been applied to online journals or social media posts to detect </a:t>
            </a:r>
            <a:r>
              <a:rPr lang="en-US" sz="2000" b="1" dirty="0"/>
              <a:t>stress or depression</a:t>
            </a:r>
            <a:r>
              <a:rPr lang="en-US" sz="2000" dirty="0"/>
              <a:t>, but integration with physical fitness and learning improvement is rare.</a:t>
            </a:r>
          </a:p>
          <a:p>
            <a:endParaRPr lang="en-US" sz="2000" b="1" dirty="0"/>
          </a:p>
          <a:p>
            <a:endParaRPr lang="en-US" sz="2000" b="1" dirty="0"/>
          </a:p>
          <a:p>
            <a:r>
              <a:rPr lang="en-US" sz="2000" b="1" dirty="0"/>
              <a:t>4.  Personal Styling &amp; Grooming Recommendations:</a:t>
            </a:r>
            <a:endParaRPr lang="en-US" sz="2000" dirty="0"/>
          </a:p>
          <a:p>
            <a:pPr lvl="1"/>
            <a:r>
              <a:rPr lang="en-US" sz="2000" dirty="0"/>
              <a:t>Fashion recommendation systems exist but are mostly </a:t>
            </a:r>
            <a:r>
              <a:rPr lang="en-US" sz="2000" b="1" dirty="0"/>
              <a:t>rule-based</a:t>
            </a:r>
            <a:r>
              <a:rPr lang="en-US" sz="2000" dirty="0"/>
              <a:t>, without considering a user’s holistic profile including body type, complexion, and personal preferences.</a:t>
            </a:r>
          </a:p>
          <a:p>
            <a:endParaRPr lang="en-US" sz="2000" dirty="0"/>
          </a:p>
          <a:p>
            <a:endParaRPr lang="en-US" sz="2000" dirty="0"/>
          </a:p>
          <a:p>
            <a:r>
              <a:rPr lang="en-US" sz="2000" dirty="0"/>
              <a:t>The proposed platform seeks to </a:t>
            </a:r>
            <a:r>
              <a:rPr lang="en-US" sz="2000" b="1" dirty="0"/>
              <a:t>integrate all these dimensions</a:t>
            </a:r>
            <a:r>
              <a:rPr lang="en-US" sz="2000" dirty="0"/>
              <a:t> into a single AI-powered solution, providing </a:t>
            </a:r>
            <a:r>
              <a:rPr lang="en-US" sz="2000" b="1" dirty="0"/>
              <a:t>customized, actionable, and measurable guidance</a:t>
            </a:r>
            <a:r>
              <a:rPr lang="en-US" sz="2000" dirty="0"/>
              <a:t>.</a:t>
            </a:r>
          </a:p>
          <a:p>
            <a:endParaRPr lang="en-IN" sz="2000" dirty="0"/>
          </a:p>
        </p:txBody>
      </p:sp>
      <p:pic>
        <p:nvPicPr>
          <p:cNvPr id="4" name="Graphic 3" descr="Head with gears">
            <a:extLst>
              <a:ext uri="{FF2B5EF4-FFF2-40B4-BE49-F238E27FC236}">
                <a16:creationId xmlns:a16="http://schemas.microsoft.com/office/drawing/2014/main" id="{B99C8898-BFE4-25EF-BBFD-806556F314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34852" y="1327636"/>
            <a:ext cx="1192823" cy="1192823"/>
          </a:xfrm>
          <a:prstGeom prst="rect">
            <a:avLst/>
          </a:prstGeom>
        </p:spPr>
      </p:pic>
      <p:pic>
        <p:nvPicPr>
          <p:cNvPr id="6" name="Graphic 5" descr="Suit">
            <a:extLst>
              <a:ext uri="{FF2B5EF4-FFF2-40B4-BE49-F238E27FC236}">
                <a16:creationId xmlns:a16="http://schemas.microsoft.com/office/drawing/2014/main" id="{BBD76C71-E623-ED86-3021-19EE87B593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43994" y="3034448"/>
            <a:ext cx="1422891" cy="142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059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A1533-4BE1-DF5E-D485-BD167C2BD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24CC5-00AF-876C-F7CA-146754384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>
                <a:latin typeface="Bahnschrift Light Condensed" panose="020B0502040204020203" pitchFamily="34" charset="0"/>
              </a:rPr>
              <a:t>Individuals struggle with holistic self-improvement due to fragmented, generic advice and lack of personalized, integrated tracking and guidance across multiple areas.</a:t>
            </a:r>
            <a:endParaRPr lang="en-IN" sz="3200" dirty="0"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7078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2C796-D371-7EE6-056A-4956DC258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7EF98-E6AD-70D5-2BE9-3A859F15DF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000" b="1" dirty="0"/>
          </a:p>
          <a:p>
            <a:r>
              <a:rPr lang="en-US" sz="2000" dirty="0"/>
              <a:t>The proposed </a:t>
            </a:r>
            <a:r>
              <a:rPr lang="en-US" sz="2000" b="1" dirty="0"/>
              <a:t>Holistic Self-Improvement Website</a:t>
            </a:r>
            <a:r>
              <a:rPr lang="en-US" sz="2000" dirty="0"/>
              <a:t> will:</a:t>
            </a:r>
          </a:p>
          <a:p>
            <a:r>
              <a:rPr lang="en-US" sz="2000" b="1" dirty="0"/>
              <a:t>Physical Health Analysis:</a:t>
            </a:r>
            <a:endParaRPr lang="en-US" sz="2000" dirty="0"/>
          </a:p>
          <a:p>
            <a:pPr lvl="1"/>
            <a:r>
              <a:rPr lang="en-US" dirty="0"/>
              <a:t>Use </a:t>
            </a:r>
            <a:r>
              <a:rPr lang="en-US" b="1" dirty="0"/>
              <a:t>body type classification, questionnaires, and medical history inputs</a:t>
            </a:r>
            <a:r>
              <a:rPr lang="en-US" dirty="0"/>
              <a:t> to generate personalized health and lifestyle recommendations.</a:t>
            </a:r>
          </a:p>
          <a:p>
            <a:r>
              <a:rPr lang="en-US" sz="2000" b="1" dirty="0"/>
              <a:t>Fitness &amp; Wellness Guidance:</a:t>
            </a:r>
            <a:endParaRPr lang="en-US" sz="2000" dirty="0"/>
          </a:p>
          <a:p>
            <a:pPr lvl="1"/>
            <a:r>
              <a:rPr lang="en-US" dirty="0"/>
              <a:t>Provide </a:t>
            </a:r>
            <a:r>
              <a:rPr lang="en-US" b="1" dirty="0"/>
              <a:t>basic-to-advanced fitness plans</a:t>
            </a:r>
            <a:r>
              <a:rPr lang="en-US" dirty="0"/>
              <a:t>, track progress, and suggest improvements based on performance data.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77724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87D8F8FF-EC5E-D24C-D296-6367FC2360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1986" y="1030510"/>
            <a:ext cx="613703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Academic / Work Enhancement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+mj-lt"/>
              </a:rPr>
              <a:t>   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Collect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role/designation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and domain-specific inputs to generate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tailored productivity and </a:t>
            </a:r>
            <a:r>
              <a:rPr lang="en-US" altLang="en-US" b="1" dirty="0">
                <a:latin typeface="+mj-lt"/>
              </a:rPr>
              <a:t>l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earning strategies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.</a:t>
            </a:r>
            <a:endParaRPr lang="en-US" altLang="en-US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Personal Style Recommendations:</a:t>
            </a:r>
            <a:endParaRPr lang="en-US" altLang="en-US" sz="2800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Suggest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clothing and grooming tips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 based on body type, complexion, and personal preferences.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Community Engagement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:</a:t>
            </a:r>
            <a:endParaRPr lang="en-US" altLang="en-US" dirty="0"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Allow users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share advice, tips, and experiences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, creating a supportive environment.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C7B86A0-24A1-A6C6-10DB-87F5D5CCB5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016" y="1440473"/>
            <a:ext cx="3977053" cy="3977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689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CF69D-48A5-CBE2-47B9-680C430E0A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C46CBD-465D-9D48-AAE4-9A865924C4BE}"/>
              </a:ext>
            </a:extLst>
          </p:cNvPr>
          <p:cNvSpPr txBox="1"/>
          <p:nvPr/>
        </p:nvSpPr>
        <p:spPr>
          <a:xfrm>
            <a:off x="768096" y="489734"/>
            <a:ext cx="6208776" cy="56015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800" b="1" dirty="0"/>
              <a:t>Progress Tracking:</a:t>
            </a:r>
            <a:endParaRPr lang="en-IN" sz="2800" dirty="0"/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Visual dashboards to </a:t>
            </a:r>
            <a:r>
              <a:rPr lang="en-IN" b="1" dirty="0"/>
              <a:t>monitor improvements</a:t>
            </a:r>
            <a:r>
              <a:rPr lang="en-IN" dirty="0"/>
              <a:t> in health, fitness, learning, and style.</a:t>
            </a:r>
          </a:p>
          <a:p>
            <a:pPr>
              <a:buNone/>
            </a:pPr>
            <a:endParaRPr lang="en-IN" b="1" dirty="0"/>
          </a:p>
          <a:p>
            <a:pPr>
              <a:buNone/>
            </a:pPr>
            <a:r>
              <a:rPr lang="en-IN" sz="2400" b="1" dirty="0"/>
              <a:t>Implementation Approach</a:t>
            </a:r>
            <a:r>
              <a:rPr lang="en-IN" b="1" dirty="0"/>
              <a:t>:</a:t>
            </a:r>
          </a:p>
          <a:p>
            <a:pPr>
              <a:buNone/>
            </a:pPr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AI/ML Techniques:</a:t>
            </a:r>
            <a:r>
              <a:rPr lang="en-IN" dirty="0"/>
              <a:t> </a:t>
            </a:r>
          </a:p>
          <a:p>
            <a:r>
              <a:rPr lang="en-IN" dirty="0"/>
              <a:t>Facial recognition, emotion detection, pattern recognition, and recommendation systems.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Front-End:</a:t>
            </a:r>
            <a:r>
              <a:rPr lang="en-IN" dirty="0"/>
              <a:t> </a:t>
            </a:r>
          </a:p>
          <a:p>
            <a:r>
              <a:rPr lang="en-IN" dirty="0"/>
              <a:t>Web interface using HTML, CSS, JavaScript and React, Vue, or Angular.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Database:</a:t>
            </a:r>
            <a:r>
              <a:rPr lang="en-IN" dirty="0"/>
              <a:t> </a:t>
            </a:r>
          </a:p>
          <a:p>
            <a:r>
              <a:rPr lang="en-IN" dirty="0"/>
              <a:t>MySQL or SQLite for storing user data and progress.</a:t>
            </a:r>
          </a:p>
          <a:p>
            <a:endParaRPr lang="en-IN" dirty="0"/>
          </a:p>
          <a:p>
            <a:pPr>
              <a:buFont typeface="Arial" panose="020B0604020202020204" pitchFamily="34" charset="0"/>
              <a:buChar char="•"/>
            </a:pPr>
            <a:r>
              <a:rPr lang="en-IN" b="1" dirty="0"/>
              <a:t>Visualization:</a:t>
            </a:r>
          </a:p>
          <a:p>
            <a:r>
              <a:rPr lang="en-IN" dirty="0"/>
              <a:t>Matplotlib, </a:t>
            </a:r>
            <a:r>
              <a:rPr lang="en-IN" dirty="0" err="1"/>
              <a:t>Plotly</a:t>
            </a:r>
            <a:r>
              <a:rPr lang="en-IN" dirty="0"/>
              <a:t>, or Chart.js for dashboards.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AB97C-2515-3C6D-4A24-F18ECB3623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280" y="1380837"/>
            <a:ext cx="4337067" cy="409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001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6CBD-FC59-BE59-2070-B5315E2C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3E25AA-71BA-D0F6-3993-32491BD06D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556932"/>
            <a:ext cx="9967545" cy="3318936"/>
          </a:xfrm>
        </p:spPr>
        <p:txBody>
          <a:bodyPr>
            <a:normAutofit fontScale="92500"/>
          </a:bodyPr>
          <a:lstStyle/>
          <a:p>
            <a:r>
              <a:rPr lang="en-US" dirty="0"/>
              <a:t>To provide </a:t>
            </a:r>
            <a:r>
              <a:rPr lang="en-US" b="1" dirty="0"/>
              <a:t>personalized guidance</a:t>
            </a:r>
            <a:r>
              <a:rPr lang="en-US" dirty="0"/>
              <a:t> in physical health, fitness, academics, mental wellness, and personal style.</a:t>
            </a:r>
          </a:p>
          <a:p>
            <a:r>
              <a:rPr lang="en-US" dirty="0"/>
              <a:t>To </a:t>
            </a:r>
            <a:r>
              <a:rPr lang="en-US" b="1" dirty="0"/>
              <a:t>analyze user data</a:t>
            </a:r>
            <a:r>
              <a:rPr lang="en-US" dirty="0"/>
              <a:t> from facial recognition, questionnaires, and patterns to generate actionable insights.</a:t>
            </a:r>
          </a:p>
          <a:p>
            <a:r>
              <a:rPr lang="en-US" dirty="0"/>
              <a:t>To implement a </a:t>
            </a:r>
            <a:r>
              <a:rPr lang="en-US" b="1" dirty="0"/>
              <a:t>progress tracking system</a:t>
            </a:r>
            <a:r>
              <a:rPr lang="en-US" dirty="0"/>
              <a:t> for holistic growth.</a:t>
            </a:r>
          </a:p>
          <a:p>
            <a:r>
              <a:rPr lang="en-US" dirty="0"/>
              <a:t>To enable </a:t>
            </a:r>
            <a:r>
              <a:rPr lang="en-US" b="1" dirty="0"/>
              <a:t>community interaction</a:t>
            </a:r>
            <a:r>
              <a:rPr lang="en-US" dirty="0"/>
              <a:t> for sharing advice and maintaining motivation.</a:t>
            </a:r>
          </a:p>
          <a:p>
            <a:r>
              <a:rPr lang="en-US" dirty="0"/>
              <a:t>To develop an </a:t>
            </a:r>
            <a:r>
              <a:rPr lang="en-US" b="1" dirty="0"/>
              <a:t>AI-powered platform</a:t>
            </a:r>
            <a:r>
              <a:rPr lang="en-US" dirty="0"/>
              <a:t> that adapts to user progress and evolving needs.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70978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C5325-4A51-AE05-7BE6-440D74D0B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88C38-4C0A-7C78-2FF6-39EB62252E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Patel, R., &amp; Sharma, A. (2021). </a:t>
            </a:r>
            <a:r>
              <a:rPr lang="en-US" i="1" dirty="0"/>
              <a:t>Integrating Mental Health and Physical Fitness Tracking through Machine Learning</a:t>
            </a:r>
            <a:r>
              <a:rPr lang="en-US" dirty="0"/>
              <a:t>. International Journal of AI in Healthcare, 5(2), 12–25.</a:t>
            </a:r>
          </a:p>
          <a:p>
            <a:r>
              <a:rPr lang="en-US" dirty="0"/>
              <a:t>Russell, S., &amp; Norvig, P. (2021). </a:t>
            </a:r>
            <a:r>
              <a:rPr lang="en-US" i="1" dirty="0"/>
              <a:t>Artificial Intelligence: A Modern Approach</a:t>
            </a:r>
            <a:r>
              <a:rPr lang="en-US" dirty="0"/>
              <a:t> (4th Edition). Pearson.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49175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7208BD6-2A31-5677-2B53-FD39A887D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1253" y="1282036"/>
            <a:ext cx="5257800" cy="1325563"/>
          </a:xfrm>
        </p:spPr>
        <p:txBody>
          <a:bodyPr>
            <a:normAutofit/>
          </a:bodyPr>
          <a:lstStyle/>
          <a:p>
            <a:r>
              <a:rPr lang="en-IN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7471068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70</TotalTime>
  <Words>658</Words>
  <Application>Microsoft Office PowerPoint</Application>
  <PresentationFormat>Widescreen</PresentationFormat>
  <Paragraphs>80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Bahnschrift Light Condensed</vt:lpstr>
      <vt:lpstr>Baskerville Old Face</vt:lpstr>
      <vt:lpstr>Garamond</vt:lpstr>
      <vt:lpstr>Wingdings</vt:lpstr>
      <vt:lpstr>Organic</vt:lpstr>
      <vt:lpstr>Holistic Self-Improvement AI Platform</vt:lpstr>
      <vt:lpstr>Outline</vt:lpstr>
      <vt:lpstr>Introduction</vt:lpstr>
      <vt:lpstr>PowerPoint Presentation</vt:lpstr>
      <vt:lpstr>Literature Review</vt:lpstr>
      <vt:lpstr>PowerPoint Presentation</vt:lpstr>
      <vt:lpstr>Problem Statement</vt:lpstr>
      <vt:lpstr>Proposed Solution</vt:lpstr>
      <vt:lpstr>PowerPoint Presentation</vt:lpstr>
      <vt:lpstr>PowerPoint Presentation</vt:lpstr>
      <vt:lpstr>Objectives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 Jadhav [MU - Jaipur]</dc:creator>
  <cp:lastModifiedBy>Suhani Chandna [CSE - 2024]</cp:lastModifiedBy>
  <cp:revision>2</cp:revision>
  <dcterms:created xsi:type="dcterms:W3CDTF">2025-09-29T05:03:41Z</dcterms:created>
  <dcterms:modified xsi:type="dcterms:W3CDTF">2025-10-09T12:57:03Z</dcterms:modified>
</cp:coreProperties>
</file>